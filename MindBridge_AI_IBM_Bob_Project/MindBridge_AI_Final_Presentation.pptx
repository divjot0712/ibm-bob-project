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87DCCC"/>
                </a:solidFill>
                <a:latin typeface="Aptos"/>
              </a:defRPr>
            </a:pPr>
            <a:r>
              <a:t>IBM BOB FINAL PROJECT  |  SDG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MindBridge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0632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DCE8F2"/>
                </a:solidFill>
                <a:latin typeface="Aptos"/>
              </a:defRPr>
            </a:pPr>
            <a:r>
              <a:t>A safe first step toward everyday mental wellness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1663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Prepared by: Divjot Singh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Institution: IILM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45B78"/>
                </a:solidFill>
                <a:latin typeface="Aptos"/>
              </a:defRPr>
            </a:pPr>
            <a:r>
              <a:t>MINDBRIDGE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24D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• Students and young adults face stress, anxiety, loneliness and academic pressure.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• Stigma, cost and uncertainty can make it hard to ask for help.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• Generic online advice can be overwhelming and may not point to a safe next step.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Opportunity: make reflection and signposting simple, supportive and accessible.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45B78"/>
                </a:solidFill>
                <a:latin typeface="Aptos"/>
              </a:defRPr>
            </a:pPr>
            <a:r>
              <a:t>IBM Bob Final Project • SDG 3: Good Health and Well-being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45B78"/>
                </a:solidFill>
                <a:latin typeface="Aptos"/>
              </a:defRPr>
            </a:pPr>
            <a:r>
              <a:t>MINDBRIDGE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24D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MindBridge AI is a student-friendly wellbeing companion.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• Quick mood check-in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• Supportive guided chat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• Practical coping options: breathing, grounding, journaling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• Encouragement to contact a trusted person or professional when appropriate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• Clear limits: no diagnosis, no treatment claims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45B78"/>
                </a:solidFill>
                <a:latin typeface="Aptos"/>
              </a:defRPr>
            </a:pPr>
            <a:r>
              <a:t>IBM Bob Final Project • SDG 3: Good Health and Well-being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45B78"/>
                </a:solidFill>
                <a:latin typeface="Aptos"/>
              </a:defRPr>
            </a:pPr>
            <a:r>
              <a:t>MINDBRIDGE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24D"/>
                </a:solidFill>
                <a:latin typeface="Aptos"/>
              </a:defRPr>
            </a:pPr>
            <a:r>
              <a:t>Target Users &amp; Value Proposition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Primary users: college students and young adults.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Early adopters: exam-stressed students, student clubs and campus counsellors.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Value proposition: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“A student-friendly wellbeing companion that helps users pause, reflect, and find a practical next step—without claiming to diagnose or replace a professional.”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45B78"/>
                </a:solidFill>
                <a:latin typeface="Aptos"/>
              </a:defRPr>
            </a:pPr>
            <a:r>
              <a:t>IBM Bob Final Project • SDG 3: Good Health and Well-being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45B78"/>
                </a:solidFill>
                <a:latin typeface="Aptos"/>
              </a:defRPr>
            </a:pPr>
            <a:r>
              <a:t>MINDBRIDGE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24D"/>
                </a:solidFill>
                <a:latin typeface="Aptos"/>
              </a:defRPr>
            </a:pPr>
            <a:r>
              <a:t>Key Features &amp; User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1. Check in: choose a mood level and optional emotion.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2. Share: type a short concern or choose a guided prompt.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3. Reflect: receive a calm, non-judgmental response.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4. Act: choose a breathing, grounding or journaling exercise.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5. Connect: view guidance to contact trusted or professional support when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45B78"/>
                </a:solidFill>
                <a:latin typeface="Aptos"/>
              </a:defRPr>
            </a:pPr>
            <a:r>
              <a:t>IBM Bob Final Project • SDG 3: Good Health and Well-being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45B78"/>
                </a:solidFill>
                <a:latin typeface="Aptos"/>
              </a:defRPr>
            </a:pPr>
            <a:r>
              <a:t>MINDBRIDGE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24D"/>
                </a:solidFill>
                <a:latin typeface="Aptos"/>
              </a:defRPr>
            </a:pPr>
            <a:r>
              <a:t>How the Prototype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Frontend: Streamlit web interface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Logic: transparent rule-based responses and keyword safety checks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Tools: mood check-in, coping exercises, support signposting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Privacy: no login; chat is not saved by the prototype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IBM Bob workflow: open project → inspect files → run app → test flows → refine UI and safety handling.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45B78"/>
                </a:solidFill>
                <a:latin typeface="Aptos"/>
              </a:defRPr>
            </a:pPr>
            <a:r>
              <a:t>IBM Bob Final Project • SDG 3: Good Health and Well-being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45B78"/>
                </a:solidFill>
                <a:latin typeface="Aptos"/>
              </a:defRPr>
            </a:pPr>
            <a:r>
              <a:t>MINDBRIDGE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24D"/>
                </a:solidFill>
                <a:latin typeface="Aptos"/>
              </a:defRPr>
            </a:pPr>
            <a:r>
              <a:t>Lean Canvas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Problem: unmet first-step support for everyday stress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Solution: check-ins + coping tools + signposting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Users: students, young adults, campus wellbeing teams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Channels: student clubs, orientations, portals, counsellors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Metrics: completed check-ins, repeat use, helpfulness, resource views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Sustainability: college pilots, institutional subscriptions, CSR/grants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45B78"/>
                </a:solidFill>
                <a:latin typeface="Aptos"/>
              </a:defRPr>
            </a:pPr>
            <a:r>
              <a:t>IBM Bob Final Project • SDG 3: Good Health and Well-being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45B78"/>
                </a:solidFill>
                <a:latin typeface="Aptos"/>
              </a:defRPr>
            </a:pPr>
            <a:r>
              <a:t>MINDBRIDGE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24D"/>
                </a:solidFill>
                <a:latin typeface="Aptos"/>
              </a:defRPr>
            </a:pPr>
            <a:r>
              <a:t>Responsible AI &amp;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• Not a therapist, diagnostic tool, or emergency service.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• Does not predict clinical risk or prescribe treatment.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• Avoid entering identifying or highly sensitive information.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• Possible immediate danger: contact local emergency services and a trusted person now.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• Real deployment requires qualified content review, privacy/security assessment, and a documented escalation process.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45B78"/>
                </a:solidFill>
                <a:latin typeface="Aptos"/>
              </a:defRPr>
            </a:pPr>
            <a:r>
              <a:t>IBM Bob Final Project • SDG 3: Good Health and Well-being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45B78"/>
                </a:solidFill>
                <a:latin typeface="Aptos"/>
              </a:defRPr>
            </a:pPr>
            <a:r>
              <a:t>MINDBRIDGE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24D"/>
                </a:solidFill>
                <a:latin typeface="Aptos"/>
              </a:defRPr>
            </a:pPr>
            <a:r>
              <a:t>Pilot &amp; Evaluation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Phase 1: review content and safety language with a qualified counsellor.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Phase 2: conduct a small voluntary usability test with institutional permission.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Measure: task completion, perceived helpfulness, clarity of limitations, resource discoverability, accessibility issues.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Success means users can find a useful next step—not that the app diagnoses or treats a condition.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45B78"/>
                </a:solidFill>
                <a:latin typeface="Aptos"/>
              </a:defRPr>
            </a:pPr>
            <a:r>
              <a:t>IBM Bob Final Project • SDG 3: Good Health and Well-being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45B78"/>
                </a:solidFill>
                <a:latin typeface="Aptos"/>
              </a:defRPr>
            </a:pPr>
            <a:r>
              <a:t>MINDBRIDGE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24D"/>
                </a:solidFill>
                <a:latin typeface="Aptos"/>
              </a:defRPr>
            </a:pPr>
            <a:r>
              <a:t>Expected Impact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Expected impact: lower friction to reflect, learn a coping technique, or seek human support.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Next steps: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1. Test the prototype with sample inputs.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2. Review safety copy and support links.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3. Gather feedback without collecting unnecessary personal data.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4. Improve accessibility and add a campus-reviewed resource directory.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SDG alignment: SDG 3 — Good Health and Well-being.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45B78"/>
                </a:solidFill>
                <a:latin typeface="Aptos"/>
              </a:defRPr>
            </a:pPr>
            <a:r>
              <a:t>IBM Bob Final Project • SDG 3: Good Health and Well-being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45B78"/>
                </a:solidFill>
                <a:latin typeface="Aptos"/>
              </a:defRPr>
            </a:pPr>
            <a:r>
              <a:t>IBM BOB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24D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MindBridge AI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A practical, safety-first first step toward wellbeing.</a:t>
            </a: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465564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245B78"/>
                </a:solidFill>
                <a:latin typeface="Aptos"/>
              </a:defRPr>
            </a:pPr>
            <a:r>
              <a:t>IBM Bob Final Project • SDG 3: Good Health and Well-being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